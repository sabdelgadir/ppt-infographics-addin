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Four-Step Process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1371600" y="822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how work moves from start to finish</a:t>
            </a:r>
            <a:endParaRPr lang="en-US" sz="1300" dirty="0"/>
          </a:p>
        </p:txBody>
      </p:sp>
      <p:sp>
        <p:nvSpPr>
          <p:cNvPr id="4" name="Step 1 arrow"/>
          <p:cNvSpPr/>
          <p:nvPr/>
        </p:nvSpPr>
        <p:spPr>
          <a:xfrm>
            <a:off x="457200" y="1828800"/>
            <a:ext cx="2103120" cy="914400"/>
          </a:xfrm>
          <a:prstGeom prst="homePlate">
            <a:avLst/>
          </a:prstGeom>
          <a:solidFill>
            <a:srgbClr val="3B7FC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tep 1 label"/>
          <p:cNvSpPr txBox="1"/>
          <p:nvPr/>
        </p:nvSpPr>
        <p:spPr>
          <a:xfrm>
            <a:off x="731520" y="182880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300" dirty="0"/>
          </a:p>
        </p:txBody>
      </p:sp>
      <p:sp>
        <p:nvSpPr>
          <p:cNvPr id="6" name="Step 1 dot"/>
          <p:cNvSpPr/>
          <p:nvPr/>
        </p:nvSpPr>
        <p:spPr>
          <a:xfrm>
            <a:off x="1005840" y="3063240"/>
            <a:ext cx="164592" cy="164592"/>
          </a:xfrm>
          <a:prstGeom prst="ellipse">
            <a:avLst/>
          </a:prstGeom>
          <a:solidFill>
            <a:srgbClr val="3B7FC4"/>
          </a:solidFill>
          <a:ln w="12700">
            <a:solidFill>
              <a:srgbClr val="3B7FC4"/>
            </a:solidFill>
            <a:prstDash val="solid"/>
          </a:ln>
        </p:spPr>
      </p:sp>
      <p:sp>
        <p:nvSpPr>
          <p:cNvPr id="7" name="Step 1 text"/>
          <p:cNvSpPr txBox="1"/>
          <p:nvPr/>
        </p:nvSpPr>
        <p:spPr>
          <a:xfrm>
            <a:off x="1005840" y="333756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this step in a sentence or two.</a:t>
            </a:r>
            <a:endParaRPr lang="en-US" sz="1300" dirty="0"/>
          </a:p>
        </p:txBody>
      </p:sp>
      <p:sp>
        <p:nvSpPr>
          <p:cNvPr id="8" name="Step 2 arrow"/>
          <p:cNvSpPr/>
          <p:nvPr/>
        </p:nvSpPr>
        <p:spPr>
          <a:xfrm>
            <a:off x="2487168" y="1828800"/>
            <a:ext cx="2103120" cy="914400"/>
          </a:xfrm>
          <a:prstGeom prst="chevron">
            <a:avLst/>
          </a:prstGeom>
          <a:solidFill>
            <a:srgbClr val="2E8B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Step 2 label"/>
          <p:cNvSpPr txBox="1"/>
          <p:nvPr/>
        </p:nvSpPr>
        <p:spPr>
          <a:xfrm>
            <a:off x="3035808" y="182880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10" name="Step 2 dot"/>
          <p:cNvSpPr/>
          <p:nvPr/>
        </p:nvSpPr>
        <p:spPr>
          <a:xfrm>
            <a:off x="3035808" y="3063240"/>
            <a:ext cx="164592" cy="164592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11" name="Step 2 text"/>
          <p:cNvSpPr txBox="1"/>
          <p:nvPr/>
        </p:nvSpPr>
        <p:spPr>
          <a:xfrm>
            <a:off x="3035808" y="333756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this step in a sentence or two.</a:t>
            </a:r>
            <a:endParaRPr lang="en-US" sz="1300" dirty="0"/>
          </a:p>
        </p:txBody>
      </p:sp>
      <p:sp>
        <p:nvSpPr>
          <p:cNvPr id="12" name="Step 3 arrow"/>
          <p:cNvSpPr/>
          <p:nvPr/>
        </p:nvSpPr>
        <p:spPr>
          <a:xfrm>
            <a:off x="4517136" y="1828800"/>
            <a:ext cx="2103120" cy="914400"/>
          </a:xfrm>
          <a:prstGeom prst="chevron">
            <a:avLst/>
          </a:prstGeom>
          <a:solidFill>
            <a:srgbClr val="4AA36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tep 3 label"/>
          <p:cNvSpPr txBox="1"/>
          <p:nvPr/>
        </p:nvSpPr>
        <p:spPr>
          <a:xfrm>
            <a:off x="5065776" y="182880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14" name="Step 3 dot"/>
          <p:cNvSpPr/>
          <p:nvPr/>
        </p:nvSpPr>
        <p:spPr>
          <a:xfrm>
            <a:off x="5065776" y="3063240"/>
            <a:ext cx="164592" cy="164592"/>
          </a:xfrm>
          <a:prstGeom prst="ellipse">
            <a:avLst/>
          </a:prstGeom>
          <a:solidFill>
            <a:srgbClr val="4AA36A"/>
          </a:solidFill>
          <a:ln w="12700">
            <a:solidFill>
              <a:srgbClr val="4AA36A"/>
            </a:solidFill>
            <a:prstDash val="solid"/>
          </a:ln>
        </p:spPr>
      </p:sp>
      <p:sp>
        <p:nvSpPr>
          <p:cNvPr id="15" name="Step 3 text"/>
          <p:cNvSpPr txBox="1"/>
          <p:nvPr/>
        </p:nvSpPr>
        <p:spPr>
          <a:xfrm>
            <a:off x="5065776" y="333756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this step in a sentence or two.</a:t>
            </a:r>
            <a:endParaRPr lang="en-US" sz="1300" dirty="0"/>
          </a:p>
        </p:txBody>
      </p:sp>
      <p:sp>
        <p:nvSpPr>
          <p:cNvPr id="16" name="Step 4 arrow"/>
          <p:cNvSpPr/>
          <p:nvPr/>
        </p:nvSpPr>
        <p:spPr>
          <a:xfrm>
            <a:off x="6547104" y="1828800"/>
            <a:ext cx="2103120" cy="914400"/>
          </a:xfrm>
          <a:prstGeom prst="chevron">
            <a:avLst/>
          </a:prstGeom>
          <a:solidFill>
            <a:srgbClr val="E9A9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tep 4 label"/>
          <p:cNvSpPr txBox="1"/>
          <p:nvPr/>
        </p:nvSpPr>
        <p:spPr>
          <a:xfrm>
            <a:off x="7095744" y="182880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300" dirty="0"/>
          </a:p>
        </p:txBody>
      </p:sp>
      <p:sp>
        <p:nvSpPr>
          <p:cNvPr id="18" name="Step 4 dot"/>
          <p:cNvSpPr/>
          <p:nvPr/>
        </p:nvSpPr>
        <p:spPr>
          <a:xfrm>
            <a:off x="7095744" y="3063240"/>
            <a:ext cx="164592" cy="164592"/>
          </a:xfrm>
          <a:prstGeom prst="ellipse">
            <a:avLst/>
          </a:prstGeom>
          <a:solidFill>
            <a:srgbClr val="E9A93A"/>
          </a:solidFill>
          <a:ln w="12700">
            <a:solidFill>
              <a:srgbClr val="E9A93A"/>
            </a:solidFill>
            <a:prstDash val="solid"/>
          </a:ln>
        </p:spPr>
      </p:sp>
      <p:sp>
        <p:nvSpPr>
          <p:cNvPr id="19" name="Step 4 text"/>
          <p:cNvSpPr txBox="1"/>
          <p:nvPr/>
        </p:nvSpPr>
        <p:spPr>
          <a:xfrm>
            <a:off x="7095744" y="333756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this step in a sentence or two.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Infographics Library</dc:creator>
  <cp:lastModifiedBy>Infographics Library</cp:lastModifiedBy>
  <cp:revision>1</cp:revision>
  <dcterms:created xsi:type="dcterms:W3CDTF">2026-10-13T15:36:13Z</dcterms:created>
  <dcterms:modified xsi:type="dcterms:W3CDTF">2026-10-13T15:36:13Z</dcterms:modified>
</cp:coreProperties>
</file>