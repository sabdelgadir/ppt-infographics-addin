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137160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weaknesses, opportunities and threats at a glance</a:t>
            </a:r>
            <a:endParaRPr lang="en-US" sz="1300" dirty="0"/>
          </a:p>
        </p:txBody>
      </p:sp>
      <p:sp>
        <p:nvSpPr>
          <p:cNvPr id="4" name="Strengths card"/>
          <p:cNvSpPr/>
          <p:nvPr/>
        </p:nvSpPr>
        <p:spPr>
          <a:xfrm>
            <a:off x="457200" y="1783080"/>
            <a:ext cx="1874520" cy="2606040"/>
          </a:xfrm>
          <a:prstGeom prst="roundRect">
            <a:avLst>
              <a:gd name="adj" fmla="val 585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Strengths badge"/>
          <p:cNvSpPr/>
          <p:nvPr/>
        </p:nvSpPr>
        <p:spPr>
          <a:xfrm>
            <a:off x="1101852" y="1490472"/>
            <a:ext cx="585216" cy="585216"/>
          </a:xfrm>
          <a:prstGeom prst="ellipse">
            <a:avLst/>
          </a:prstGeom>
          <a:solidFill>
            <a:srgbClr val="3B7FC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6" name="Strengths letter"/>
          <p:cNvSpPr txBox="1"/>
          <p:nvPr/>
        </p:nvSpPr>
        <p:spPr>
          <a:xfrm>
            <a:off x="1101852" y="1490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Strengths header"/>
          <p:cNvSpPr/>
          <p:nvPr/>
        </p:nvSpPr>
        <p:spPr>
          <a:xfrm>
            <a:off x="566928" y="2240280"/>
            <a:ext cx="1655064" cy="438912"/>
          </a:xfrm>
          <a:prstGeom prst="roundRect">
            <a:avLst>
              <a:gd name="adj" fmla="val 16667"/>
            </a:avLst>
          </a:prstGeom>
          <a:solidFill>
            <a:srgbClr val="3B7FC4"/>
          </a:solidFill>
          <a:ln w="12700">
            <a:solidFill>
              <a:srgbClr val="3B7FC4"/>
            </a:solidFill>
            <a:prstDash val="solid"/>
          </a:ln>
        </p:spPr>
      </p:sp>
      <p:sp>
        <p:nvSpPr>
          <p:cNvPr id="8" name="Strengths label"/>
          <p:cNvSpPr txBox="1"/>
          <p:nvPr/>
        </p:nvSpPr>
        <p:spPr>
          <a:xfrm>
            <a:off x="566928" y="22402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9" name="Strengths text"/>
          <p:cNvSpPr txBox="1"/>
          <p:nvPr/>
        </p:nvSpPr>
        <p:spPr>
          <a:xfrm>
            <a:off x="640080" y="283464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short point here. Two or three lines work best for this card.</a:t>
            </a:r>
            <a:endParaRPr lang="en-US" sz="1300" dirty="0"/>
          </a:p>
        </p:txBody>
      </p:sp>
      <p:sp>
        <p:nvSpPr>
          <p:cNvPr id="10" name="Weaknesses card"/>
          <p:cNvSpPr/>
          <p:nvPr/>
        </p:nvSpPr>
        <p:spPr>
          <a:xfrm>
            <a:off x="2578608" y="1783080"/>
            <a:ext cx="1874520" cy="2606040"/>
          </a:xfrm>
          <a:prstGeom prst="roundRect">
            <a:avLst>
              <a:gd name="adj" fmla="val 585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Weaknesses badge"/>
          <p:cNvSpPr/>
          <p:nvPr/>
        </p:nvSpPr>
        <p:spPr>
          <a:xfrm>
            <a:off x="3223260" y="1490472"/>
            <a:ext cx="585216" cy="585216"/>
          </a:xfrm>
          <a:prstGeom prst="ellipse">
            <a:avLst/>
          </a:prstGeom>
          <a:solidFill>
            <a:srgbClr val="2E8B8B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Weaknesses letter"/>
          <p:cNvSpPr txBox="1"/>
          <p:nvPr/>
        </p:nvSpPr>
        <p:spPr>
          <a:xfrm>
            <a:off x="3223260" y="1490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13" name="Weaknesses header"/>
          <p:cNvSpPr/>
          <p:nvPr/>
        </p:nvSpPr>
        <p:spPr>
          <a:xfrm>
            <a:off x="2688336" y="2240280"/>
            <a:ext cx="1655064" cy="438912"/>
          </a:xfrm>
          <a:prstGeom prst="roundRect">
            <a:avLst>
              <a:gd name="adj" fmla="val 16667"/>
            </a:avLst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4" name="Weaknesses label"/>
          <p:cNvSpPr txBox="1"/>
          <p:nvPr/>
        </p:nvSpPr>
        <p:spPr>
          <a:xfrm>
            <a:off x="2688336" y="22402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5" name="Weaknesses text"/>
          <p:cNvSpPr txBox="1"/>
          <p:nvPr/>
        </p:nvSpPr>
        <p:spPr>
          <a:xfrm>
            <a:off x="2761488" y="283464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short point here. Two or three lines work best for this card.</a:t>
            </a:r>
            <a:endParaRPr lang="en-US" sz="1300" dirty="0"/>
          </a:p>
        </p:txBody>
      </p:sp>
      <p:sp>
        <p:nvSpPr>
          <p:cNvPr id="16" name="Opportunities card"/>
          <p:cNvSpPr/>
          <p:nvPr/>
        </p:nvSpPr>
        <p:spPr>
          <a:xfrm>
            <a:off x="4700016" y="1783080"/>
            <a:ext cx="1874520" cy="2606040"/>
          </a:xfrm>
          <a:prstGeom prst="roundRect">
            <a:avLst>
              <a:gd name="adj" fmla="val 585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Opportunities badge"/>
          <p:cNvSpPr/>
          <p:nvPr/>
        </p:nvSpPr>
        <p:spPr>
          <a:xfrm>
            <a:off x="5344668" y="1490472"/>
            <a:ext cx="585216" cy="585216"/>
          </a:xfrm>
          <a:prstGeom prst="ellipse">
            <a:avLst/>
          </a:prstGeom>
          <a:solidFill>
            <a:srgbClr val="4AA36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Opportunities letter"/>
          <p:cNvSpPr txBox="1"/>
          <p:nvPr/>
        </p:nvSpPr>
        <p:spPr>
          <a:xfrm>
            <a:off x="5344668" y="1490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9" name="Opportunities header"/>
          <p:cNvSpPr/>
          <p:nvPr/>
        </p:nvSpPr>
        <p:spPr>
          <a:xfrm>
            <a:off x="4809744" y="2240280"/>
            <a:ext cx="1655064" cy="438912"/>
          </a:xfrm>
          <a:prstGeom prst="roundRect">
            <a:avLst>
              <a:gd name="adj" fmla="val 16667"/>
            </a:avLst>
          </a:prstGeom>
          <a:solidFill>
            <a:srgbClr val="4AA36A"/>
          </a:solidFill>
          <a:ln w="12700">
            <a:solidFill>
              <a:srgbClr val="4AA36A"/>
            </a:solidFill>
            <a:prstDash val="solid"/>
          </a:ln>
        </p:spPr>
      </p:sp>
      <p:sp>
        <p:nvSpPr>
          <p:cNvPr id="20" name="Opportunities label"/>
          <p:cNvSpPr txBox="1"/>
          <p:nvPr/>
        </p:nvSpPr>
        <p:spPr>
          <a:xfrm>
            <a:off x="4809744" y="22402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21" name="Opportunities text"/>
          <p:cNvSpPr txBox="1"/>
          <p:nvPr/>
        </p:nvSpPr>
        <p:spPr>
          <a:xfrm>
            <a:off x="4882896" y="283464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short point here. Two or three lines work best for this card.</a:t>
            </a:r>
            <a:endParaRPr lang="en-US" sz="1300" dirty="0"/>
          </a:p>
        </p:txBody>
      </p:sp>
      <p:sp>
        <p:nvSpPr>
          <p:cNvPr id="22" name="Threats card"/>
          <p:cNvSpPr/>
          <p:nvPr/>
        </p:nvSpPr>
        <p:spPr>
          <a:xfrm>
            <a:off x="6821424" y="1783080"/>
            <a:ext cx="1874520" cy="2606040"/>
          </a:xfrm>
          <a:prstGeom prst="roundRect">
            <a:avLst>
              <a:gd name="adj" fmla="val 585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3" name="Threats badge"/>
          <p:cNvSpPr/>
          <p:nvPr/>
        </p:nvSpPr>
        <p:spPr>
          <a:xfrm>
            <a:off x="7466076" y="1490472"/>
            <a:ext cx="585216" cy="585216"/>
          </a:xfrm>
          <a:prstGeom prst="ellipse">
            <a:avLst/>
          </a:prstGeom>
          <a:solidFill>
            <a:srgbClr val="E9A93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4" name="Threats letter"/>
          <p:cNvSpPr txBox="1"/>
          <p:nvPr/>
        </p:nvSpPr>
        <p:spPr>
          <a:xfrm>
            <a:off x="7466076" y="1490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5" name="Threats header"/>
          <p:cNvSpPr/>
          <p:nvPr/>
        </p:nvSpPr>
        <p:spPr>
          <a:xfrm>
            <a:off x="6931152" y="2240280"/>
            <a:ext cx="1655064" cy="438912"/>
          </a:xfrm>
          <a:prstGeom prst="roundRect">
            <a:avLst>
              <a:gd name="adj" fmla="val 16667"/>
            </a:avLst>
          </a:prstGeom>
          <a:solidFill>
            <a:srgbClr val="E9A93A"/>
          </a:solidFill>
          <a:ln w="12700">
            <a:solidFill>
              <a:srgbClr val="E9A93A"/>
            </a:solidFill>
            <a:prstDash val="solid"/>
          </a:ln>
        </p:spPr>
      </p:sp>
      <p:sp>
        <p:nvSpPr>
          <p:cNvPr id="26" name="Threats label"/>
          <p:cNvSpPr txBox="1"/>
          <p:nvPr/>
        </p:nvSpPr>
        <p:spPr>
          <a:xfrm>
            <a:off x="6931152" y="22402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600" dirty="0"/>
          </a:p>
        </p:txBody>
      </p:sp>
      <p:sp>
        <p:nvSpPr>
          <p:cNvPr id="27" name="Threats text"/>
          <p:cNvSpPr txBox="1"/>
          <p:nvPr/>
        </p:nvSpPr>
        <p:spPr>
          <a:xfrm>
            <a:off x="7004304" y="283464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short point here. Two or three lines work best for this card.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Infographics Library</dc:creator>
  <cp:lastModifiedBy>Infographics Library</cp:lastModifiedBy>
  <cp:revision>1</cp:revision>
  <dcterms:created xsi:type="dcterms:W3CDTF">2026-10-13T15:36:13Z</dcterms:created>
  <dcterms:modified xsi:type="dcterms:W3CDTF">2026-10-13T15:36:13Z</dcterms:modified>
</cp:coreProperties>
</file>