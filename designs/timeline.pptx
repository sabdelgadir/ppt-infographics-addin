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1371600" y="822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milestones on one line</a:t>
            </a:r>
            <a:endParaRPr lang="en-US" sz="1300" dirty="0"/>
          </a:p>
        </p:txBody>
      </p:sp>
      <p:sp>
        <p:nvSpPr>
          <p:cNvPr id="4" name="Timeline line"/>
          <p:cNvSpPr/>
          <p:nvPr/>
        </p:nvSpPr>
        <p:spPr>
          <a:xfrm>
            <a:off x="1234440" y="3017520"/>
            <a:ext cx="6675120" cy="0"/>
          </a:xfrm>
          <a:prstGeom prst="line">
            <a:avLst/>
          </a:prstGeom>
          <a:noFill/>
          <a:ln w="38100">
            <a:solidFill>
              <a:srgbClr val="C9CED8"/>
            </a:solidFill>
            <a:prstDash val="solid"/>
          </a:ln>
        </p:spPr>
      </p:sp>
      <p:sp>
        <p:nvSpPr>
          <p:cNvPr id="5" name="Milestone 1 dot"/>
          <p:cNvSpPr/>
          <p:nvPr/>
        </p:nvSpPr>
        <p:spPr>
          <a:xfrm>
            <a:off x="960120" y="2743200"/>
            <a:ext cx="548640" cy="548640"/>
          </a:xfrm>
          <a:prstGeom prst="ellipse">
            <a:avLst/>
          </a:prstGeom>
          <a:solidFill>
            <a:srgbClr val="3B7FC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ilestone 1 period"/>
          <p:cNvSpPr txBox="1"/>
          <p:nvPr/>
        </p:nvSpPr>
        <p:spPr>
          <a:xfrm>
            <a:off x="9601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200" dirty="0"/>
          </a:p>
        </p:txBody>
      </p:sp>
      <p:sp>
        <p:nvSpPr>
          <p:cNvPr id="7" name="Milestone 1 stem"/>
          <p:cNvSpPr/>
          <p:nvPr/>
        </p:nvSpPr>
        <p:spPr>
          <a:xfrm>
            <a:off x="1234440" y="2395728"/>
            <a:ext cx="0" cy="347472"/>
          </a:xfrm>
          <a:prstGeom prst="line">
            <a:avLst/>
          </a:prstGeom>
          <a:noFill/>
          <a:ln w="19050">
            <a:solidFill>
              <a:srgbClr val="3B7FC4"/>
            </a:solidFill>
            <a:prstDash val="dash"/>
          </a:ln>
        </p:spPr>
      </p:sp>
      <p:sp>
        <p:nvSpPr>
          <p:cNvPr id="8" name="Milestone 1 text"/>
          <p:cNvSpPr txBox="1"/>
          <p:nvPr/>
        </p:nvSpPr>
        <p:spPr>
          <a:xfrm>
            <a:off x="411480" y="14630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note about it</a:t>
            </a:r>
            <a:endParaRPr lang="en-US" sz="1500" dirty="0"/>
          </a:p>
        </p:txBody>
      </p:sp>
      <p:sp>
        <p:nvSpPr>
          <p:cNvPr id="9" name="Milestone 2 dot"/>
          <p:cNvSpPr/>
          <p:nvPr/>
        </p:nvSpPr>
        <p:spPr>
          <a:xfrm>
            <a:off x="2628900" y="2743200"/>
            <a:ext cx="548640" cy="548640"/>
          </a:xfrm>
          <a:prstGeom prst="ellipse">
            <a:avLst/>
          </a:prstGeom>
          <a:solidFill>
            <a:srgbClr val="2E8B8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Milestone 2 period"/>
          <p:cNvSpPr txBox="1"/>
          <p:nvPr/>
        </p:nvSpPr>
        <p:spPr>
          <a:xfrm>
            <a:off x="262890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200" dirty="0"/>
          </a:p>
        </p:txBody>
      </p:sp>
      <p:sp>
        <p:nvSpPr>
          <p:cNvPr id="11" name="Milestone 2 stem"/>
          <p:cNvSpPr/>
          <p:nvPr/>
        </p:nvSpPr>
        <p:spPr>
          <a:xfrm>
            <a:off x="2903220" y="3291840"/>
            <a:ext cx="0" cy="347472"/>
          </a:xfrm>
          <a:prstGeom prst="line">
            <a:avLst/>
          </a:prstGeom>
          <a:noFill/>
          <a:ln w="19050">
            <a:solidFill>
              <a:srgbClr val="2E8B8B"/>
            </a:solidFill>
            <a:prstDash val="dash"/>
          </a:ln>
        </p:spPr>
      </p:sp>
      <p:sp>
        <p:nvSpPr>
          <p:cNvPr id="12" name="Milestone 2 text"/>
          <p:cNvSpPr txBox="1"/>
          <p:nvPr/>
        </p:nvSpPr>
        <p:spPr>
          <a:xfrm>
            <a:off x="2080260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note about it</a:t>
            </a:r>
            <a:endParaRPr lang="en-US" sz="1500" dirty="0"/>
          </a:p>
        </p:txBody>
      </p:sp>
      <p:sp>
        <p:nvSpPr>
          <p:cNvPr id="13" name="Milestone 3 dot"/>
          <p:cNvSpPr/>
          <p:nvPr/>
        </p:nvSpPr>
        <p:spPr>
          <a:xfrm>
            <a:off x="4297680" y="2743200"/>
            <a:ext cx="548640" cy="548640"/>
          </a:xfrm>
          <a:prstGeom prst="ellipse">
            <a:avLst/>
          </a:prstGeom>
          <a:solidFill>
            <a:srgbClr val="4AA36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Milestone 3 period"/>
          <p:cNvSpPr txBox="1"/>
          <p:nvPr/>
        </p:nvSpPr>
        <p:spPr>
          <a:xfrm>
            <a:off x="42976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200" dirty="0"/>
          </a:p>
        </p:txBody>
      </p:sp>
      <p:sp>
        <p:nvSpPr>
          <p:cNvPr id="15" name="Milestone 3 stem"/>
          <p:cNvSpPr/>
          <p:nvPr/>
        </p:nvSpPr>
        <p:spPr>
          <a:xfrm>
            <a:off x="4572000" y="2395728"/>
            <a:ext cx="0" cy="347472"/>
          </a:xfrm>
          <a:prstGeom prst="line">
            <a:avLst/>
          </a:prstGeom>
          <a:noFill/>
          <a:ln w="19050">
            <a:solidFill>
              <a:srgbClr val="4AA36A"/>
            </a:solidFill>
            <a:prstDash val="dash"/>
          </a:ln>
        </p:spPr>
      </p:sp>
      <p:sp>
        <p:nvSpPr>
          <p:cNvPr id="16" name="Milestone 3 text"/>
          <p:cNvSpPr txBox="1"/>
          <p:nvPr/>
        </p:nvSpPr>
        <p:spPr>
          <a:xfrm>
            <a:off x="3749040" y="14630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note about it</a:t>
            </a:r>
            <a:endParaRPr lang="en-US" sz="1500" dirty="0"/>
          </a:p>
        </p:txBody>
      </p:sp>
      <p:sp>
        <p:nvSpPr>
          <p:cNvPr id="17" name="Milestone 4 dot"/>
          <p:cNvSpPr/>
          <p:nvPr/>
        </p:nvSpPr>
        <p:spPr>
          <a:xfrm>
            <a:off x="5966460" y="2743200"/>
            <a:ext cx="548640" cy="548640"/>
          </a:xfrm>
          <a:prstGeom prst="ellipse">
            <a:avLst/>
          </a:prstGeom>
          <a:solidFill>
            <a:srgbClr val="E9A93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Milestone 4 period"/>
          <p:cNvSpPr txBox="1"/>
          <p:nvPr/>
        </p:nvSpPr>
        <p:spPr>
          <a:xfrm>
            <a:off x="596646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200" dirty="0"/>
          </a:p>
        </p:txBody>
      </p:sp>
      <p:sp>
        <p:nvSpPr>
          <p:cNvPr id="19" name="Milestone 4 stem"/>
          <p:cNvSpPr/>
          <p:nvPr/>
        </p:nvSpPr>
        <p:spPr>
          <a:xfrm>
            <a:off x="6240780" y="3291840"/>
            <a:ext cx="0" cy="347472"/>
          </a:xfrm>
          <a:prstGeom prst="line">
            <a:avLst/>
          </a:prstGeom>
          <a:noFill/>
          <a:ln w="19050">
            <a:solidFill>
              <a:srgbClr val="E9A93A"/>
            </a:solidFill>
            <a:prstDash val="dash"/>
          </a:ln>
        </p:spPr>
      </p:sp>
      <p:sp>
        <p:nvSpPr>
          <p:cNvPr id="20" name="Milestone 4 text"/>
          <p:cNvSpPr txBox="1"/>
          <p:nvPr/>
        </p:nvSpPr>
        <p:spPr>
          <a:xfrm>
            <a:off x="5417820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note about it</a:t>
            </a:r>
            <a:endParaRPr lang="en-US" sz="1500" dirty="0"/>
          </a:p>
        </p:txBody>
      </p:sp>
      <p:sp>
        <p:nvSpPr>
          <p:cNvPr id="21" name="Milestone 5 dot"/>
          <p:cNvSpPr/>
          <p:nvPr/>
        </p:nvSpPr>
        <p:spPr>
          <a:xfrm>
            <a:off x="7635240" y="2743200"/>
            <a:ext cx="548640" cy="548640"/>
          </a:xfrm>
          <a:prstGeom prst="ellipse">
            <a:avLst/>
          </a:prstGeom>
          <a:solidFill>
            <a:srgbClr val="D969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Milestone 5 period"/>
          <p:cNvSpPr txBox="1"/>
          <p:nvPr/>
        </p:nvSpPr>
        <p:spPr>
          <a:xfrm>
            <a:off x="76352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200" dirty="0"/>
          </a:p>
        </p:txBody>
      </p:sp>
      <p:sp>
        <p:nvSpPr>
          <p:cNvPr id="23" name="Milestone 5 stem"/>
          <p:cNvSpPr/>
          <p:nvPr/>
        </p:nvSpPr>
        <p:spPr>
          <a:xfrm>
            <a:off x="7909560" y="2395728"/>
            <a:ext cx="0" cy="347472"/>
          </a:xfrm>
          <a:prstGeom prst="line">
            <a:avLst/>
          </a:prstGeom>
          <a:noFill/>
          <a:ln w="19050">
            <a:solidFill>
              <a:srgbClr val="D9694A"/>
            </a:solidFill>
            <a:prstDash val="dash"/>
          </a:ln>
        </p:spPr>
      </p:sp>
      <p:sp>
        <p:nvSpPr>
          <p:cNvPr id="24" name="Milestone 5 text"/>
          <p:cNvSpPr txBox="1"/>
          <p:nvPr/>
        </p:nvSpPr>
        <p:spPr>
          <a:xfrm>
            <a:off x="7086600" y="14630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note about it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Infographics Library</dc:creator>
  <cp:lastModifiedBy>Infographics Library</cp:lastModifiedBy>
  <cp:revision>1</cp:revision>
  <dcterms:created xsi:type="dcterms:W3CDTF">2026-10-13T15:36:14Z</dcterms:created>
  <dcterms:modified xsi:type="dcterms:W3CDTF">2026-10-13T15:36:14Z</dcterms:modified>
</cp:coreProperties>
</file>